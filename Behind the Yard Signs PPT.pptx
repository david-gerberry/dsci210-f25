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CF0E-1276-9E64-8442-1820F46F6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8B32A-CDB7-F915-F62C-90D95553C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94E08-9826-54AF-9552-760F943F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78E74-8F9A-1794-305E-3565C99A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01BBD-7993-C82E-122E-585C59F6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3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C302-BA1F-43AD-1D18-83EDEF1C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7AD88-20D7-0ED7-A5BA-C1EB8F4A2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7C78-9BAE-5C6F-EEDA-A5142D27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4923A-D4CF-A0AB-21FD-0CF066E7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E61F2-2577-6D99-5F96-3B90F3F44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54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A0CBC-038A-C3AF-E8E6-9FAA6023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D0948-77EA-16D4-E962-66A0B2F72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7F2ED-7F3D-DFF5-3DDA-44B0C41A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107AC-C8A5-4EDA-3AF6-B75B0B2CB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290DF-7926-5922-6103-B07F197B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0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020D-800D-911B-A2EA-3316653B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38CCA-FF83-F346-DFF6-A2B875A8B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2C912-C585-9CB9-DD0D-123FA4C45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34802-F4B4-6A3B-BB2C-52E283D3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1DF29-3C92-35F2-07A8-DFC59B4E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8160D-28E4-28B3-2E3F-E8BEB960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3F74-E6C9-3CC2-0951-A3B36E34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188E4-0CC3-BA40-C47D-2062CAC03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517CC-E269-0322-661C-A2F00933B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89FBB-1EC7-0591-674E-AA90BD4F6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D1E98-DAF8-8619-3F71-4B310F513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D02E98-7436-96DC-82DD-CD1D5CA2E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02116-49D8-E165-9109-C32C8E1CC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C32DC-8FC4-48DB-17EA-105F68CD6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8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DA1D-E692-8301-911C-3A83F638F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4FCD3-EF7C-CD79-2449-188EBB1F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3DB6B-06B1-5B9C-429C-B9FA0433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37F01-C716-13DB-DEB9-D4077F43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7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B1389-918B-3209-9E1C-72734221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7D070-02BF-ED07-562F-5BE1CFF2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B12AA-AD7C-1B9F-F1B0-0BBA944D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2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E2DE-BF80-191D-A64F-1F1D508D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3AF7-AA83-C64A-50BB-EB2EC9B62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6EBFD-C6CC-13D6-4C67-586EC608E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CCB5E-9003-5A48-EE58-56316FB1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12D64-4B65-BDBC-6654-8362C79F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3D2D1-89B4-EEB3-CF70-5F17A73D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6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CC1F-5E90-0906-580F-4BE81947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2920D-C9FA-C997-1CE7-56D5134F0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BC6E6-E711-EA87-E422-F65DD5737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A6822-A14B-C6C9-4FD6-084D89B5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218A-5457-3E09-EEA7-20F837D69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DD2D4-1053-83CD-5226-5ACD6D9C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9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B11D-FBB6-A7A9-8C64-FFB818FF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8C532-2B1D-5A51-8CC7-A7796494D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E24FF-C9C0-6465-0B82-F6DBB3AE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18578-9F1A-561C-F848-E00212A96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A43B-D4CE-8B72-1CC1-53029777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6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2FEFC4-8189-EB19-1EFA-8FA36299D6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472D2-72D5-EB96-F543-7B5D13BAA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9B282-9A44-27B8-0DC1-DAC36129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29647-AADF-91D9-69A5-EB0A197A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3A30-75A4-870C-9C21-ED501CDB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6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3FC25-7D9D-D010-3562-955F3CF5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8AC05-1153-768D-D1A2-A4766112F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F477D-1A63-A127-BB69-B98D171CC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8D8C8-58B7-299A-CDEC-F5A275141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B29F-76F7-402D-554E-2EB3A04B2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8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BEBBAB-FBF5-6550-F5B7-884F35C10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4423" y="3983352"/>
            <a:ext cx="5957272" cy="2031368"/>
          </a:xfrm>
        </p:spPr>
        <p:txBody>
          <a:bodyPr anchor="t">
            <a:normAutofit/>
          </a:bodyPr>
          <a:lstStyle/>
          <a:p>
            <a:pPr algn="l"/>
            <a:r>
              <a:rPr lang="en-US" sz="4400" dirty="0">
                <a:solidFill>
                  <a:schemeClr val="tx2"/>
                </a:solidFill>
                <a:latin typeface="Bahnschrift SemiBold" panose="020B0502040204020203" pitchFamily="34" charset="0"/>
              </a:rPr>
              <a:t>Behind the Yard Signs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FD8B6-5298-4AF2-2495-DACEA27BF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4119" y="2706557"/>
            <a:ext cx="5785162" cy="1297114"/>
          </a:xfrm>
        </p:spPr>
        <p:txBody>
          <a:bodyPr anchor="b">
            <a:normAutofit/>
          </a:bodyPr>
          <a:lstStyle/>
          <a:p>
            <a:pPr algn="l"/>
            <a:r>
              <a:rPr lang="en-US" sz="1800" dirty="0">
                <a:solidFill>
                  <a:schemeClr val="tx2"/>
                </a:solidFill>
                <a:latin typeface="Bahnschrift SemiBold" panose="020B0502040204020203" pitchFamily="34" charset="0"/>
              </a:rPr>
              <a:t>Philosophy, Politics, and the Public Honors Program</a:t>
            </a:r>
          </a:p>
          <a:p>
            <a:pPr algn="l"/>
            <a:r>
              <a:rPr lang="en-US" sz="1800" dirty="0">
                <a:solidFill>
                  <a:schemeClr val="tx2"/>
                </a:solidFill>
                <a:latin typeface="Bahnschrift SemiBold" panose="020B0502040204020203" pitchFamily="34" charset="0"/>
              </a:rPr>
              <a:t>Data Science Honors Program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A800803-E71C-76BF-2229-1EAAD2E06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470" y="2987040"/>
            <a:ext cx="5488964" cy="1443925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ED7D2033-B452-D007-4D59-52B667D58BB7}"/>
              </a:ext>
            </a:extLst>
          </p:cNvPr>
          <p:cNvSpPr txBox="1">
            <a:spLocks/>
          </p:cNvSpPr>
          <p:nvPr/>
        </p:nvSpPr>
        <p:spPr>
          <a:xfrm>
            <a:off x="6175745" y="4654137"/>
            <a:ext cx="5654671" cy="3448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2"/>
                </a:solidFill>
                <a:latin typeface="Bahnschrift SemiBold" panose="020B0502040204020203" pitchFamily="34" charset="0"/>
              </a:rPr>
              <a:t>Election Night 2025</a:t>
            </a:r>
          </a:p>
        </p:txBody>
      </p:sp>
      <p:pic>
        <p:nvPicPr>
          <p:cNvPr id="5" name="Picture 6" descr="CitiCable - CitiCable">
            <a:extLst>
              <a:ext uri="{FF2B5EF4-FFF2-40B4-BE49-F238E27FC236}">
                <a16:creationId xmlns:a16="http://schemas.microsoft.com/office/drawing/2014/main" id="{D7B3DD5A-07DC-8E2C-0179-CA39A3676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708" y="5859461"/>
            <a:ext cx="1573890" cy="86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A949B91-7909-490A-195C-FC06F2AE4C9A}"/>
              </a:ext>
            </a:extLst>
          </p:cNvPr>
          <p:cNvSpPr txBox="1">
            <a:spLocks/>
          </p:cNvSpPr>
          <p:nvPr/>
        </p:nvSpPr>
        <p:spPr>
          <a:xfrm>
            <a:off x="9200709" y="5472365"/>
            <a:ext cx="2831190" cy="3448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>
                <a:solidFill>
                  <a:schemeClr val="tx2"/>
                </a:solidFill>
                <a:latin typeface="Bahnschrift SemiLight Condensed" panose="020B0502040204020203" pitchFamily="34" charset="0"/>
              </a:rPr>
              <a:t>in partnership with</a:t>
            </a:r>
          </a:p>
        </p:txBody>
      </p:sp>
      <p:pic>
        <p:nvPicPr>
          <p:cNvPr id="1032" name="Picture 8" descr="DIFT">
            <a:extLst>
              <a:ext uri="{FF2B5EF4-FFF2-40B4-BE49-F238E27FC236}">
                <a16:creationId xmlns:a16="http://schemas.microsoft.com/office/drawing/2014/main" id="{51FFBB1C-685A-A45F-5CB1-A31AD5F3CF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2" t="21442" r="6346" b="10822"/>
          <a:stretch>
            <a:fillRect/>
          </a:stretch>
        </p:blipFill>
        <p:spPr bwMode="auto">
          <a:xfrm>
            <a:off x="10963998" y="5935784"/>
            <a:ext cx="852854" cy="68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73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23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Bahnschrift SemiBold</vt:lpstr>
      <vt:lpstr>Bahnschrift SemiLight Condensed</vt:lpstr>
      <vt:lpstr>Office Theme</vt:lpstr>
      <vt:lpstr>Behind the Yard Signs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Trianfo</dc:creator>
  <cp:lastModifiedBy>Ali Trianfo</cp:lastModifiedBy>
  <cp:revision>1</cp:revision>
  <dcterms:created xsi:type="dcterms:W3CDTF">2025-11-04T20:40:08Z</dcterms:created>
  <dcterms:modified xsi:type="dcterms:W3CDTF">2025-11-04T20:48:29Z</dcterms:modified>
</cp:coreProperties>
</file>