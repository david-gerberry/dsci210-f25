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31" r:id="rId3"/>
    <p:sldId id="33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9D0F9-863B-7B47-4D8B-490FC3D6E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55A3A8-D615-F6DE-75F7-1FFDB67FB3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35F52-E302-1A53-C0F8-7DDDD476E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64037-E721-E846-9009-D8BE6EEEBD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329BB-BA00-A731-2CF4-2D7EA1361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48A4A-9FDA-3F4A-9778-C0C1A4514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4FFC-0DAD-FD46-8571-B171221D4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511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BC7DD-4B95-F551-6A13-913E794F3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E992E-BAE3-A045-A166-9B51A7D3F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3603A-087E-4720-93A7-037F2884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64037-E721-E846-9009-D8BE6EEEBD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72CA8-1CC7-E34C-1624-B459AF0F5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ED50E-0620-F8A6-5A64-BD1EC614C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4FFC-0DAD-FD46-8571-B171221D4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867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F3D5D-A3A5-A331-114C-0F1827415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8B82C-F840-17F1-A261-BED64B5F0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641C4-B83C-1EE7-424D-82099596C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64037-E721-E846-9009-D8BE6EEEBD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C0DA4-4DEA-1001-351A-EC0B6543E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62B35-D090-F7C7-D910-9CD824CB0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4FFC-0DAD-FD46-8571-B171221D4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54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8FEB2-6FB8-5256-3510-6E46BA67C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0F39B-84DF-93A8-540A-E22B9E4658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5F9AAF-AFC6-85B5-93AA-15D07879C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2EBAB7-B55F-37EC-46A4-658EF3C1C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64037-E721-E846-9009-D8BE6EEEBD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DCA196-2AC6-84D9-90F8-B7B55C9C5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6684B-8D78-40A7-A35A-E86AD7C0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4FFC-0DAD-FD46-8571-B171221D4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407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FE087-8ACE-CED4-C00B-4C298E500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83FA5-75E0-E13D-3816-E6ACBAE7B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8E9AA-1191-F502-E63F-F6FD4636B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5EEE1A-DB94-7386-FB8E-083DEE20F8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550A8B-D211-8646-6397-36D1628785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663ED8-9CF5-362A-FC2D-08E65B73E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64037-E721-E846-9009-D8BE6EEEBD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B23AD7-2ABA-11B9-D52C-2DC610A41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7592AA-65F6-C784-7FFB-952DD48C0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4FFC-0DAD-FD46-8571-B171221D4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346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0819C-EB4D-8AC6-0498-3D5A14D47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228618-5B1E-2FCA-46DD-314D1171F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64037-E721-E846-9009-D8BE6EEEBD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6BE19D-ABA7-9222-01BD-A87B74EF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CD22C-498F-6588-91A7-99F45916E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4FFC-0DAD-FD46-8571-B171221D4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296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DE4459-FACB-39E5-19A4-A73C8D9C4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64037-E721-E846-9009-D8BE6EEEBD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0B527A-EF5C-9301-B669-5F6BDBC07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E8AB7-18B8-EE39-220F-2E531AC3C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4FFC-0DAD-FD46-8571-B171221D4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20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93E30-D055-04AC-80D3-17270299F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F0D4E-1E7C-50DD-1AFD-B3D13E6C3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5449E9-A8C8-6686-6876-0FFC9BE28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29954-8063-65B7-7AB0-2046FED39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64037-E721-E846-9009-D8BE6EEEBD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EF5B3-1A53-7AB5-045B-DA209D3D4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CFA3B-84E5-D30D-2854-B4FDF63D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4FFC-0DAD-FD46-8571-B171221D4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01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722E3-EEE6-B7CE-D7C3-D9A5F788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CE388B-63BD-7778-E831-0A92B1283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A47206-C747-03F7-8BD6-BE674F394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591AD6-2606-0E61-0D41-26ACDB15F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64037-E721-E846-9009-D8BE6EEEBD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92935-AA93-65C0-67D9-38C4FBD61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06534-791B-9EAF-66D0-014008B0E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4FFC-0DAD-FD46-8571-B171221D4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145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1896E-5D14-48DC-DBAA-0E0CD7FC7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EDEFC1-DFFF-9DD1-488F-50F18C5DB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13C6F-CED9-E240-1E3A-A78B2D03A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64037-E721-E846-9009-D8BE6EEEBD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2D34F-13CA-46D6-DFCB-5F30BEC55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FEF4D-9460-3EA7-2822-E22B1035E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4FFC-0DAD-FD46-8571-B171221D4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066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B2D0F9-4100-2ADB-81CF-B23ABE2DEA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C714C-9C19-A91E-30A5-3413442C9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78CBE-A4B1-71AE-B10F-53404BCE0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64037-E721-E846-9009-D8BE6EEEBD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F6683-08DA-01AB-4F71-55FD609E4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BFE0D-C6DE-7142-69FC-EB1CE90AA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4FFC-0DAD-FD46-8571-B171221D4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728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25E5C1-3116-A31F-01A2-239FCAFDF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B940E-9CE5-EB94-CEE4-7FF902134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13376-EE58-0A53-33D7-F2931EC43C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064037-E721-E846-9009-D8BE6EEEBD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915D3-9DB6-0DCD-4201-896A6F82A1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DAE18-951D-7A18-3F09-0BCE097E7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3F4FFC-0DAD-FD46-8571-B171221D4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17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20215-3E5A-9751-B6F7-6039C8324A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Abigail Sandquist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D3C39B-2E68-D77F-87B3-C1E38EF309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First DSCI student</a:t>
            </a:r>
          </a:p>
        </p:txBody>
      </p:sp>
    </p:spTree>
    <p:extLst>
      <p:ext uri="{BB962C8B-B14F-4D97-AF65-F5344CB8AC3E}">
        <p14:creationId xmlns:p14="http://schemas.microsoft.com/office/powerpoint/2010/main" val="2061417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a graph showing the difference between the party and the republican party&#10;&#10;AI-generated content may be incorrect.">
            <a:extLst>
              <a:ext uri="{FF2B5EF4-FFF2-40B4-BE49-F238E27FC236}">
                <a16:creationId xmlns:a16="http://schemas.microsoft.com/office/drawing/2014/main" id="{072755F0-7281-6835-B2B3-9D167449A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-2474"/>
            <a:ext cx="12201035" cy="68632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DF263A-9956-527B-43E7-230DA7AD3D2E}"/>
              </a:ext>
            </a:extLst>
          </p:cNvPr>
          <p:cNvSpPr txBox="1"/>
          <p:nvPr/>
        </p:nvSpPr>
        <p:spPr>
          <a:xfrm>
            <a:off x="8319663" y="380335"/>
            <a:ext cx="3872203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Median Age by Party Affiliation:</a:t>
            </a:r>
          </a:p>
          <a:p>
            <a:r>
              <a:rPr lang="en-US" sz="2000" b="1">
                <a:solidFill>
                  <a:srgbClr val="0070C0"/>
                </a:solidFill>
                <a:latin typeface="Lucida Console"/>
              </a:rPr>
              <a:t>Democrat             63</a:t>
            </a:r>
            <a:r>
              <a:rPr lang="en-US" sz="2000" b="1">
                <a:latin typeface="Lucida Console"/>
              </a:rPr>
              <a:t>
</a:t>
            </a:r>
            <a:r>
              <a:rPr lang="en-US" sz="2000" b="1">
                <a:solidFill>
                  <a:srgbClr val="C00000"/>
                </a:solidFill>
                <a:latin typeface="Lucida Console"/>
              </a:rPr>
              <a:t>Republican           66</a:t>
            </a:r>
            <a:endParaRPr lang="en-US" sz="2000" b="1">
              <a:solidFill>
                <a:srgbClr val="000000"/>
              </a:solidFill>
              <a:latin typeface="Lucida Console"/>
            </a:endParaRPr>
          </a:p>
        </p:txBody>
      </p:sp>
    </p:spTree>
    <p:extLst>
      <p:ext uri="{BB962C8B-B14F-4D97-AF65-F5344CB8AC3E}">
        <p14:creationId xmlns:p14="http://schemas.microsoft.com/office/powerpoint/2010/main" val="2802738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80A67B-4882-333A-C3D4-056CCB454E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5" y="32283"/>
            <a:ext cx="12187812" cy="68228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217204-DACC-FD6A-B1D7-CE606D588EE5}"/>
              </a:ext>
            </a:extLst>
          </p:cNvPr>
          <p:cNvSpPr txBox="1"/>
          <p:nvPr/>
        </p:nvSpPr>
        <p:spPr>
          <a:xfrm>
            <a:off x="8111253" y="35155"/>
            <a:ext cx="3872203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Median Age by Party Affiliation:</a:t>
            </a:r>
          </a:p>
          <a:p>
            <a:r>
              <a:rPr lang="en-US" sz="2000" b="1">
                <a:solidFill>
                  <a:srgbClr val="0070C0"/>
                </a:solidFill>
                <a:latin typeface="Lucida Console"/>
              </a:rPr>
              <a:t>Democrat             63</a:t>
            </a:r>
            <a:r>
              <a:rPr lang="en-US" sz="2000" b="1">
                <a:latin typeface="Lucida Console"/>
              </a:rPr>
              <a:t>
</a:t>
            </a:r>
            <a:r>
              <a:rPr lang="en-US" sz="2000" b="1">
                <a:solidFill>
                  <a:srgbClr val="C00000"/>
                </a:solidFill>
                <a:latin typeface="Lucida Console"/>
              </a:rPr>
              <a:t>Republican           66</a:t>
            </a:r>
            <a:r>
              <a:rPr lang="en-US" sz="2000" b="1">
                <a:latin typeface="Lucida Console"/>
              </a:rPr>
              <a:t>
</a:t>
            </a:r>
            <a:r>
              <a:rPr lang="en-US" sz="2000" b="1">
                <a:solidFill>
                  <a:schemeClr val="accent6"/>
                </a:solidFill>
                <a:latin typeface="Lucida Console"/>
              </a:rPr>
              <a:t>Unaffiliated         41</a:t>
            </a:r>
            <a:endParaRPr lang="en-US" sz="2000" b="1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922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</Words>
  <Application>Microsoft Macintosh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Lucida Console</vt:lpstr>
      <vt:lpstr>Office Theme</vt:lpstr>
      <vt:lpstr>Abigail Sandquist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Gerberry, David</dc:creator>
  <cp:lastModifiedBy>Gerberry, David</cp:lastModifiedBy>
  <cp:revision>1</cp:revision>
  <dcterms:created xsi:type="dcterms:W3CDTF">2025-11-05T00:39:58Z</dcterms:created>
  <dcterms:modified xsi:type="dcterms:W3CDTF">2025-11-05T00:41:06Z</dcterms:modified>
</cp:coreProperties>
</file>