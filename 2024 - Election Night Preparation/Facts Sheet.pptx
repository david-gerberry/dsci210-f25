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EBECE-AF92-90B9-F2B5-A773AC625C77}" v="277" dt="2024-10-24T00:35:50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4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7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4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42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6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68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2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90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6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5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10/25/2024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581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1608021"/>
          </a:xfrm>
        </p:spPr>
        <p:txBody>
          <a:bodyPr anchor="t">
            <a:normAutofit/>
          </a:bodyPr>
          <a:lstStyle/>
          <a:p>
            <a:r>
              <a:rPr lang="en-US"/>
              <a:t>Fact sheet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6744" y="5067957"/>
            <a:ext cx="4414178" cy="10754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dirty="0"/>
              <a:t>Rocco Roman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C9E1F-ED8B-A13B-4CE0-9F43DB39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460" r="-5" b="27650"/>
          <a:stretch/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A900-3548-035B-E105-A2ED73A9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2016 General 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09489-C801-A439-2433-2EB1A1CDC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Aptos"/>
              </a:rPr>
              <a:t>In 2016 there were 580,354 total registered voters. Only 417,456 votes were cast.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</a:rPr>
              <a:t>Of those 417,456 voters 111,844 were absentee ballots.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</a:rPr>
              <a:t>215,719 votes for Clinton and Kaine, 63,150 of those votes coming from absentee ballots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</a:rPr>
              <a:t>173,665 votes for Trump and Pence. 41,531 of those votes came from absentee ballots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</a:rPr>
              <a:t>No data for issued absentee ballots for 2016 or 2020</a:t>
            </a:r>
          </a:p>
          <a:p>
            <a:pPr>
              <a:buClr>
                <a:srgbClr val="B0757E"/>
              </a:buClr>
            </a:pPr>
            <a:endParaRPr lang="en-US" sz="2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98018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79C69-4C4E-31B4-0541-06E8F3830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2020 General 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971D-FA0E-DBC3-ABB8-D28CDDCEF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Aptos"/>
                <a:cs typeface="Calibri"/>
              </a:rPr>
              <a:t>In 2020 there was 600,401 total registered voters. Only 434,956 votes were cast. 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  <a:cs typeface="Calibri"/>
              </a:rPr>
              <a:t>Of those 434,965 voters 250,866 were absentee ballots. </a:t>
            </a:r>
          </a:p>
          <a:p>
            <a:pPr>
              <a:buClr>
                <a:srgbClr val="B0757E"/>
              </a:buClr>
            </a:pPr>
            <a:r>
              <a:rPr lang="en-US" sz="2800" dirty="0">
                <a:latin typeface="Aptos"/>
                <a:cs typeface="Calibri"/>
              </a:rPr>
              <a:t>I could not find the data for Republican vs Democrat votes for 2020 </a:t>
            </a:r>
          </a:p>
          <a:p>
            <a:pPr>
              <a:buClr>
                <a:srgbClr val="B0757E"/>
              </a:buClr>
            </a:pPr>
            <a:endParaRPr lang="en-US" sz="2800" dirty="0">
              <a:latin typeface="Aptos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0063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457E-FEBA-E7C9-9DB8-92158D281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2024 General 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CB711-6A32-3EF9-79F1-790F72F55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172043"/>
            <a:ext cx="10325000" cy="35644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Aptos"/>
              </a:rPr>
              <a:t>Total of 114,079 absentee ballots requested 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As of 10/22/24, 77,738 ballots have been returned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Democratic ballots issued: 18,223. Democratic ballots returned: 14,290 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Republican ballots issued: 18,618. Republican ballots returned: 13,915 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Party less ballots issued: 77,238. Party less ballots returned: 49,533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603,980 registered voters in Hamilton County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37,128 in office early votes have been placed since 10/8/24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11,762 of them were designated as Democratic, 8,617 of them Republican, and 16,749 did not carry any party tag</a:t>
            </a:r>
          </a:p>
          <a:p>
            <a:pPr>
              <a:buClr>
                <a:srgbClr val="B0757E"/>
              </a:buClr>
            </a:pPr>
            <a:endParaRPr lang="en-US" sz="24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4817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4720-ECAE-BE97-BC0E-03DEF0733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58E5C-8086-FBDC-F5A6-E7C462415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ptos"/>
              </a:rPr>
              <a:t>Already more registered voters in 2024 than both 2016 and 2020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latin typeface="Aptos"/>
              </a:rPr>
              <a:t>To be exact: </a:t>
            </a:r>
            <a:r>
              <a:rPr lang="en-US" sz="2400" dirty="0">
                <a:ea typeface="+mn-lt"/>
                <a:cs typeface="+mn-lt"/>
              </a:rPr>
              <a:t>100.596% more than 2020 and 104.071% more than 2016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ea typeface="+mn-lt"/>
                <a:cs typeface="+mn-lt"/>
              </a:rPr>
              <a:t>There is no way to calculate percentages to compare the official results of absentee ballots because the 2024 election is not over yet</a:t>
            </a:r>
          </a:p>
          <a:p>
            <a:pPr>
              <a:buClr>
                <a:srgbClr val="B0757E"/>
              </a:buClr>
            </a:pPr>
            <a:r>
              <a:rPr lang="en-US" sz="2400" dirty="0">
                <a:ea typeface="+mn-lt"/>
                <a:cs typeface="+mn-lt"/>
              </a:rPr>
              <a:t>Based on registered voter's numbers being up we can expect the absentee total to be slightly higher than the last 2 elections </a:t>
            </a:r>
          </a:p>
          <a:p>
            <a:pPr>
              <a:buClr>
                <a:srgbClr val="B0757E"/>
              </a:buClr>
            </a:pPr>
            <a:endParaRPr lang="en-US" sz="2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781099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RegularSeedRightStep">
      <a:dk1>
        <a:srgbClr val="000000"/>
      </a:dk1>
      <a:lt1>
        <a:srgbClr val="FFFFFF"/>
      </a:lt1>
      <a:dk2>
        <a:srgbClr val="311C1F"/>
      </a:dk2>
      <a:lt2>
        <a:srgbClr val="F3F0F0"/>
      </a:lt2>
      <a:accent1>
        <a:srgbClr val="45AFAE"/>
      </a:accent1>
      <a:accent2>
        <a:srgbClr val="3B82B1"/>
      </a:accent2>
      <a:accent3>
        <a:srgbClr val="4D62C3"/>
      </a:accent3>
      <a:accent4>
        <a:srgbClr val="593EB3"/>
      </a:accent4>
      <a:accent5>
        <a:srgbClr val="9A4DC3"/>
      </a:accent5>
      <a:accent6>
        <a:srgbClr val="B13BA9"/>
      </a:accent6>
      <a:hlink>
        <a:srgbClr val="BF3F41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CosineVTI</vt:lpstr>
      <vt:lpstr>Fact sheet</vt:lpstr>
      <vt:lpstr>2016 General Election</vt:lpstr>
      <vt:lpstr>2020 General Election</vt:lpstr>
      <vt:lpstr>2024 General election</vt:lpstr>
      <vt:lpstr>Comparisons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72</cp:revision>
  <dcterms:created xsi:type="dcterms:W3CDTF">2024-10-23T23:26:19Z</dcterms:created>
  <dcterms:modified xsi:type="dcterms:W3CDTF">2024-10-25T21:21:59Z</dcterms:modified>
</cp:coreProperties>
</file>